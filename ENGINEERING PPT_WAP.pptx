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What is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Engineering is the application of scientific and mathematical knowledge to design, build, and improve products, systems, and processes that solve real-world problems.</a:t>
            </a:r>
            <a:br/>
            <a:br/>
            <a:r>
              <a:t>🏗️ Examples: bridges</a:t>
            </a:r>
            <a:br/>
            <a:r>
              <a:t>📱 Smartphones</a:t>
            </a:r>
            <a:br/>
            <a:r>
              <a:t>🏥 Medical devices</a:t>
            </a:r>
            <a:br/>
            <a:r>
              <a:t>💻 Software</a:t>
            </a:r>
            <a:br/>
            <a:r>
              <a:t>🚗 Vehicles</a:t>
            </a:r>
            <a:br/>
            <a:r>
              <a:t>🤖 Robots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Science vs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🔬 Science focuses on discovering how the world works through observation and experiments.</a:t>
            </a:r>
            <a:br/>
            <a:br/>
            <a:r>
              <a:t>⚙️ Engineering focuses on using scientific knowledge to create practical solutions.</a:t>
            </a:r>
            <a:br/>
            <a:br/>
            <a:r>
              <a:t>💡 Example: Scientists study electricity, while engineers use it to build electrical appliances and computers.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👨‍🔬 Scientist vs 👷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👨‍🔬 Scientist: Asks 'Why does this happen?' and discovers new knowledge.</a:t>
            </a:r>
            <a:br/>
            <a:br/>
            <a:r>
              <a:t>👷 Engineer: Asks 'How can we use this knowledge?' and designs useful products and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🌍 Needs, Wants and CSE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✅ Needs: Healthcare, Education, Banking, Communication, Transportation.</a:t>
            </a:r>
            <a:br/>
            <a:br/>
            <a:r>
              <a:t>⭐ Wants: Gaming, Social Media, Streaming, Shopping Apps.</a:t>
            </a:r>
            <a:br/>
            <a:br/>
            <a:r>
              <a:t>💻 CSE develops the software and systems that support both needs and wants.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🏛️ Engineering Disciplines &amp; CSE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Civil 🏗️ | Mechanical ⚙️ | Electrical ⚡ | Electronics 📡 | Chemical 🧪 | CSE 💻</a:t>
            </a:r>
            <a:br/>
            <a:br/>
            <a:r>
              <a:t>CSE supports all branches using programming, AI 🤖, automation, data analysis and embedded systems.</a:t>
            </a:r>
            <a:br/>
            <a:br/>
            <a:r>
              <a:t>🚗 Example: Smart cars combine Mechanical, Electronics and CSE.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❌ Misconceptions about CSE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❌ CSE is only coding.</a:t>
            </a:r>
            <a:br/>
            <a:r>
              <a:t>✅ It also includes AI, Cybersecurity, Networking, Cloud Computing and Databases.</a:t>
            </a:r>
            <a:br/>
            <a:br/>
            <a:r>
              <a:t>❌ You must be a math genius.</a:t>
            </a:r>
            <a:br/>
            <a:r>
              <a:t>✅ Problem-solving and consistent practice are more important.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Skills Required for CSE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💻 Programming</a:t>
            </a:r>
            <a:br/>
            <a:r>
              <a:t>🧩 Problem Solving</a:t>
            </a:r>
            <a:br/>
            <a:r>
              <a:t>🗣️ Communication</a:t>
            </a:r>
            <a:br/>
            <a:r>
              <a:t>🤝 Teamwork</a:t>
            </a:r>
            <a:br/>
            <a:r>
              <a:t>🤖 AI Basics</a:t>
            </a:r>
            <a:br/>
            <a:r>
              <a:t>🔒 Cybersecurity</a:t>
            </a:r>
            <a:br/>
            <a:r>
              <a:t>📚 Continuous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Engineering improves our quality of life by solving practical problems.</a:t>
            </a:r>
            <a:br/>
            <a:br/>
            <a:r>
              <a:t>💻 Computer Science Engineering plays a major role in modern technology and works together with every engineering branch.</a:t>
            </a:r>
            <a:br/>
            <a:br/>
            <a:r>
              <a:t>🙏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⚙️ What is Engineering?</vt:lpstr>
      <vt:lpstr>🔬 Science vs Engineering</vt:lpstr>
      <vt:lpstr>👨‍🔬 Scientist vs 👷 Engineer</vt:lpstr>
      <vt:lpstr>🌍 Needs, Wants and CSE</vt:lpstr>
      <vt:lpstr>🏛️ Engineering Disciplines &amp; CSE</vt:lpstr>
      <vt:lpstr>❌ Misconceptions about CSE</vt:lpstr>
      <vt:lpstr>🧠 Skills Required for CSE</vt:lpstr>
      <vt:lpstr>🎯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⚙️ What is Engineering?</dc:title>
  <dc:subject/>
  <dc:creator/>
  <cp:keywords/>
  <dc:description>generated using python-pptx</dc:description>
  <cp:lastModifiedBy>Wapongtemsu Jamir</cp:lastModifiedBy>
  <cp:revision>2</cp:revision>
  <dcterms:created xsi:type="dcterms:W3CDTF">2013-01-27T09:14:16Z</dcterms:created>
  <dcterms:modified xsi:type="dcterms:W3CDTF">2026-07-16T05:22:22Z</dcterms:modified>
  <cp:category/>
</cp:coreProperties>
</file>